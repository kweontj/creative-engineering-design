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Relationship Id="rId17" Type="http://schemas.openxmlformats.org/officeDocument/2006/relationships/image" Target="../media/image56.png"/><Relationship Id="rId18" Type="http://schemas.openxmlformats.org/officeDocument/2006/relationships/image" Target="../media/image57.png"/><Relationship Id="rId19" Type="http://schemas.openxmlformats.org/officeDocument/2006/relationships/image" Target="../media/image58.png"/><Relationship Id="rId20" Type="http://schemas.openxmlformats.org/officeDocument/2006/relationships/image" Target="../media/image59.png"/><Relationship Id="rId21" Type="http://schemas.openxmlformats.org/officeDocument/2006/relationships/image" Target="../media/image6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3" Type="http://schemas.openxmlformats.org/officeDocument/2006/relationships/image" Target="../media/image82.png"/><Relationship Id="rId14" Type="http://schemas.openxmlformats.org/officeDocument/2006/relationships/image" Target="../media/image83.png"/><Relationship Id="rId15" Type="http://schemas.openxmlformats.org/officeDocument/2006/relationships/image" Target="../media/image84.png"/><Relationship Id="rId16" Type="http://schemas.openxmlformats.org/officeDocument/2006/relationships/image" Target="../media/image85.png"/><Relationship Id="rId17" Type="http://schemas.openxmlformats.org/officeDocument/2006/relationships/image" Target="../media/image86.png"/><Relationship Id="rId18" Type="http://schemas.openxmlformats.org/officeDocument/2006/relationships/image" Target="../media/image87.png"/><Relationship Id="rId19" Type="http://schemas.openxmlformats.org/officeDocument/2006/relationships/image" Target="../media/image88.png"/><Relationship Id="rId20" Type="http://schemas.openxmlformats.org/officeDocument/2006/relationships/image" Target="../media/image89.png"/><Relationship Id="rId21" Type="http://schemas.openxmlformats.org/officeDocument/2006/relationships/image" Target="../media/image90.png"/><Relationship Id="rId22" Type="http://schemas.openxmlformats.org/officeDocument/2006/relationships/image" Target="../media/image91.png"/><Relationship Id="rId23" Type="http://schemas.openxmlformats.org/officeDocument/2006/relationships/image" Target="../media/image92.png"/><Relationship Id="rId24" Type="http://schemas.openxmlformats.org/officeDocument/2006/relationships/image" Target="../media/image9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Relationship Id="rId9" Type="http://schemas.openxmlformats.org/officeDocument/2006/relationships/image" Target="../media/image121.png"/><Relationship Id="rId10" Type="http://schemas.openxmlformats.org/officeDocument/2006/relationships/image" Target="../media/image122.png"/><Relationship Id="rId11" Type="http://schemas.openxmlformats.org/officeDocument/2006/relationships/image" Target="../media/image123.png"/><Relationship Id="rId12" Type="http://schemas.openxmlformats.org/officeDocument/2006/relationships/image" Target="../media/image124.png"/><Relationship Id="rId13" Type="http://schemas.openxmlformats.org/officeDocument/2006/relationships/image" Target="../media/image125.png"/><Relationship Id="rId14" Type="http://schemas.openxmlformats.org/officeDocument/2006/relationships/image" Target="../media/image12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Relationship Id="rId9" Type="http://schemas.openxmlformats.org/officeDocument/2006/relationships/image" Target="../media/image134.png"/><Relationship Id="rId10" Type="http://schemas.openxmlformats.org/officeDocument/2006/relationships/image" Target="../media/image135.png"/><Relationship Id="rId11" Type="http://schemas.openxmlformats.org/officeDocument/2006/relationships/image" Target="../media/image136.png"/><Relationship Id="rId12" Type="http://schemas.openxmlformats.org/officeDocument/2006/relationships/image" Target="../media/image137.png"/><Relationship Id="rId13" Type="http://schemas.openxmlformats.org/officeDocument/2006/relationships/image" Target="../media/image138.png"/><Relationship Id="rId14" Type="http://schemas.openxmlformats.org/officeDocument/2006/relationships/image" Target="../media/image139.png"/><Relationship Id="rId15" Type="http://schemas.openxmlformats.org/officeDocument/2006/relationships/image" Target="../media/image140.png"/><Relationship Id="rId16" Type="http://schemas.openxmlformats.org/officeDocument/2006/relationships/image" Target="../media/image141.png"/><Relationship Id="rId17" Type="http://schemas.openxmlformats.org/officeDocument/2006/relationships/image" Target="../media/image142.png"/><Relationship Id="rId18" Type="http://schemas.openxmlformats.org/officeDocument/2006/relationships/image" Target="../media/image143.png"/><Relationship Id="rId19" Type="http://schemas.openxmlformats.org/officeDocument/2006/relationships/image" Target="../media/image144.png"/><Relationship Id="rId20" Type="http://schemas.openxmlformats.org/officeDocument/2006/relationships/image" Target="../media/image145.png"/><Relationship Id="rId21" Type="http://schemas.openxmlformats.org/officeDocument/2006/relationships/image" Target="../media/image146.png"/><Relationship Id="rId22" Type="http://schemas.openxmlformats.org/officeDocument/2006/relationships/image" Target="../media/image14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8" Type="http://schemas.openxmlformats.org/officeDocument/2006/relationships/image" Target="../media/image154.png"/><Relationship Id="rId9" Type="http://schemas.openxmlformats.org/officeDocument/2006/relationships/image" Target="../media/image155.png"/><Relationship Id="rId10" Type="http://schemas.openxmlformats.org/officeDocument/2006/relationships/image" Target="../media/image156.png"/><Relationship Id="rId11" Type="http://schemas.openxmlformats.org/officeDocument/2006/relationships/image" Target="../media/image157.png"/><Relationship Id="rId12" Type="http://schemas.openxmlformats.org/officeDocument/2006/relationships/image" Target="../media/image158.png"/><Relationship Id="rId13" Type="http://schemas.openxmlformats.org/officeDocument/2006/relationships/image" Target="../media/image159.png"/><Relationship Id="rId14" Type="http://schemas.openxmlformats.org/officeDocument/2006/relationships/image" Target="../media/image160.png"/><Relationship Id="rId15" Type="http://schemas.openxmlformats.org/officeDocument/2006/relationships/image" Target="../media/image161.png"/><Relationship Id="rId16" Type="http://schemas.openxmlformats.org/officeDocument/2006/relationships/image" Target="../media/image162.png"/><Relationship Id="rId17" Type="http://schemas.openxmlformats.org/officeDocument/2006/relationships/image" Target="../media/image163.png"/><Relationship Id="rId18" Type="http://schemas.openxmlformats.org/officeDocument/2006/relationships/image" Target="../media/image164.png"/><Relationship Id="rId19" Type="http://schemas.openxmlformats.org/officeDocument/2006/relationships/image" Target="../media/image165.png"/><Relationship Id="rId20" Type="http://schemas.openxmlformats.org/officeDocument/2006/relationships/image" Target="../media/image166.png"/><Relationship Id="rId21" Type="http://schemas.openxmlformats.org/officeDocument/2006/relationships/image" Target="../media/image167.png"/><Relationship Id="rId22" Type="http://schemas.openxmlformats.org/officeDocument/2006/relationships/image" Target="../media/image168.png"/><Relationship Id="rId23" Type="http://schemas.openxmlformats.org/officeDocument/2006/relationships/image" Target="../media/image169.png"/><Relationship Id="rId24" Type="http://schemas.openxmlformats.org/officeDocument/2006/relationships/image" Target="../media/image170.png"/><Relationship Id="rId25" Type="http://schemas.openxmlformats.org/officeDocument/2006/relationships/image" Target="../media/image17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2203" y="2821841"/>
            <a:ext cx="9492007" cy="334022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61428" y="2119695"/>
            <a:ext cx="3856839" cy="157572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0437580" y="6210823"/>
            <a:ext cx="1545320" cy="1545320"/>
            <a:chOff x="10437580" y="6210823"/>
            <a:chExt cx="1545320" cy="1545320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37580" y="6210823"/>
              <a:ext cx="1545320" cy="154532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014485" y="2193331"/>
            <a:ext cx="1740047" cy="1740047"/>
            <a:chOff x="13014485" y="2193331"/>
            <a:chExt cx="1740047" cy="1740047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14485" y="2193331"/>
              <a:ext cx="1740047" cy="174004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256611" y="3700214"/>
            <a:ext cx="1700517" cy="1700517"/>
            <a:chOff x="12256611" y="3700214"/>
            <a:chExt cx="1700517" cy="1700517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56611" y="3700214"/>
              <a:ext cx="1700517" cy="170051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4769091" y="1924682"/>
            <a:ext cx="1775532" cy="1775532"/>
            <a:chOff x="14769091" y="1924682"/>
            <a:chExt cx="1775532" cy="1775532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69091" y="1924682"/>
              <a:ext cx="1775532" cy="177553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3177849" y="6272321"/>
            <a:ext cx="1591241" cy="1591241"/>
            <a:chOff x="13177849" y="6272321"/>
            <a:chExt cx="1591241" cy="1591241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77849" y="6272321"/>
              <a:ext cx="1591241" cy="159124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1437311" y="4724053"/>
            <a:ext cx="856448" cy="1571856"/>
            <a:chOff x="11437311" y="4724053"/>
            <a:chExt cx="856448" cy="1571856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37311" y="4724053"/>
              <a:ext cx="856448" cy="157185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4535585" y="3370264"/>
            <a:ext cx="859312" cy="1577112"/>
            <a:chOff x="14535585" y="3370264"/>
            <a:chExt cx="859312" cy="1577112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535585" y="3370264"/>
              <a:ext cx="859312" cy="157711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080121" y="5318641"/>
            <a:ext cx="1449230" cy="1449230"/>
            <a:chOff x="12080121" y="5318641"/>
            <a:chExt cx="1449230" cy="1449230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80121" y="5318641"/>
              <a:ext cx="1449230" cy="144923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0437580" y="2898420"/>
            <a:ext cx="1545352" cy="1545352"/>
            <a:chOff x="10437580" y="2898420"/>
            <a:chExt cx="1545352" cy="1545352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37580" y="2898420"/>
              <a:ext cx="1545352" cy="154535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4535585" y="5142857"/>
            <a:ext cx="1514941" cy="1514941"/>
            <a:chOff x="14535585" y="5142857"/>
            <a:chExt cx="1514941" cy="1514941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535585" y="5142857"/>
              <a:ext cx="1514941" cy="151494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5835682" y="6303189"/>
            <a:ext cx="1357361" cy="1357361"/>
            <a:chOff x="15835682" y="6303189"/>
            <a:chExt cx="1357361" cy="1357361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835682" y="6303189"/>
              <a:ext cx="1357361" cy="1357361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743316" y="4074232"/>
            <a:ext cx="1614367" cy="1614367"/>
            <a:chOff x="15743316" y="4074232"/>
            <a:chExt cx="1614367" cy="1614367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743316" y="4074232"/>
              <a:ext cx="1614367" cy="1614367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773202" y="8803923"/>
            <a:ext cx="16739310" cy="863104"/>
            <a:chOff x="773202" y="8803923"/>
            <a:chExt cx="16739310" cy="863104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3202" y="8803923"/>
              <a:ext cx="16739310" cy="863104"/>
            </a:xfrm>
            <a:prstGeom prst="rect">
              <a:avLst/>
            </a:prstGeom>
          </p:spPr>
        </p:pic>
      </p:grpSp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4230324" y="6751668"/>
            <a:ext cx="1118537" cy="846690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9956990" y="5123968"/>
            <a:ext cx="1118509" cy="846690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3571430" y="4694696"/>
            <a:ext cx="1118509" cy="846690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2768041" y="9008618"/>
            <a:ext cx="12537655" cy="5906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23837" y="939137"/>
            <a:ext cx="6819536" cy="338363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73202" y="9667026"/>
            <a:ext cx="16739310" cy="21429"/>
            <a:chOff x="773202" y="9667026"/>
            <a:chExt cx="16739310" cy="21429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202" y="9667026"/>
              <a:ext cx="16739310" cy="21429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28169" y="4157960"/>
            <a:ext cx="3236041" cy="1513745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81370" y="4157960"/>
            <a:ext cx="3205184" cy="1513745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450694" y="7418953"/>
            <a:ext cx="5855424" cy="765976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415742" y="6422016"/>
            <a:ext cx="3224231" cy="1513745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26042" y="7418953"/>
            <a:ext cx="5971328" cy="765976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334013" y="4157960"/>
            <a:ext cx="3195660" cy="1513745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487173" y="5328147"/>
            <a:ext cx="5942757" cy="765976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295272" y="6422016"/>
            <a:ext cx="3214707" cy="1513745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766332" y="5258793"/>
            <a:ext cx="5568424" cy="765976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828225" y="6422016"/>
            <a:ext cx="3205184" cy="151374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0343114" y="813845"/>
            <a:ext cx="6956334" cy="2415948"/>
            <a:chOff x="10343114" y="813845"/>
            <a:chExt cx="6956334" cy="2415948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10919862" y="1779482"/>
              <a:ext cx="1348509" cy="1348509"/>
              <a:chOff x="10919862" y="1779482"/>
              <a:chExt cx="1348509" cy="1348509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0919862" y="1779482"/>
                <a:ext cx="1348509" cy="1348509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2202272" y="813845"/>
              <a:ext cx="1502169" cy="1502169"/>
              <a:chOff x="12202272" y="813845"/>
              <a:chExt cx="1502169" cy="1502169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202272" y="813845"/>
                <a:ext cx="1502169" cy="1502169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13776749" y="1647461"/>
              <a:ext cx="1582332" cy="1582332"/>
              <a:chOff x="13776749" y="1647461"/>
              <a:chExt cx="1582332" cy="1582332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3776749" y="1647461"/>
                <a:ext cx="1582332" cy="1582332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5464850" y="1105228"/>
              <a:ext cx="1348509" cy="1348509"/>
              <a:chOff x="15464850" y="1105228"/>
              <a:chExt cx="1348509" cy="1348509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5464850" y="1105228"/>
                <a:ext cx="1348509" cy="1348509"/>
              </a:xfrm>
              <a:prstGeom prst="rect">
                <a:avLst/>
              </a:prstGeom>
            </p:spPr>
          </p:pic>
        </p:grpSp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39098" y="1433159"/>
              <a:ext cx="1160856" cy="875942"/>
            </a:xfrm>
            <a:prstGeom prst="rect">
              <a:avLst/>
            </a:prstGeom>
          </p:spPr>
        </p:pic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649340" y="2542929"/>
              <a:ext cx="1160856" cy="875942"/>
            </a:xfrm>
            <a:prstGeom prst="rect">
              <a:avLst/>
            </a:prstGeom>
          </p:spPr>
        </p:pic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388464" y="2542929"/>
              <a:ext cx="1160856" cy="875942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9671494" y="5261485"/>
            <a:ext cx="5229995" cy="76597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8902944" y="7486041"/>
            <a:ext cx="6008805" cy="8038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73202" y="633373"/>
            <a:ext cx="16739310" cy="35714"/>
            <a:chOff x="773202" y="633373"/>
            <a:chExt cx="16739310" cy="3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202" y="633373"/>
              <a:ext cx="16739310" cy="3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3202" y="659563"/>
            <a:ext cx="956957" cy="1669760"/>
            <a:chOff x="773202" y="659563"/>
            <a:chExt cx="956957" cy="16697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202" y="659563"/>
              <a:ext cx="956957" cy="16697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306233" y="3546759"/>
            <a:ext cx="6836624" cy="5948664"/>
            <a:chOff x="2306233" y="3546759"/>
            <a:chExt cx="6836624" cy="594866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06233" y="3546759"/>
              <a:ext cx="6836624" cy="594866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662700" y="3546759"/>
            <a:ext cx="6816309" cy="5910020"/>
            <a:chOff x="9662700" y="3546759"/>
            <a:chExt cx="6816309" cy="591002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62700" y="3546759"/>
              <a:ext cx="6816309" cy="5910020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7031" y="1453259"/>
            <a:ext cx="1215220" cy="1034868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0124747" y="5117311"/>
            <a:ext cx="97819" cy="97819"/>
            <a:chOff x="10124747" y="5117311"/>
            <a:chExt cx="97819" cy="97819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24747" y="5117311"/>
              <a:ext cx="97819" cy="97819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272635" y="4862473"/>
            <a:ext cx="3201022" cy="733537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0124747" y="5839074"/>
            <a:ext cx="97819" cy="97819"/>
            <a:chOff x="10124747" y="5839074"/>
            <a:chExt cx="97819" cy="97819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24747" y="5839074"/>
              <a:ext cx="97819" cy="97819"/>
            </a:xfrm>
            <a:prstGeom prst="rect">
              <a:avLst/>
            </a:prstGeom>
          </p:spPr>
        </p:pic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282159" y="5584235"/>
            <a:ext cx="5819060" cy="1119679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10124747" y="6738534"/>
            <a:ext cx="97819" cy="97819"/>
            <a:chOff x="10124747" y="6738534"/>
            <a:chExt cx="97819" cy="9781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24747" y="6738534"/>
              <a:ext cx="97819" cy="97819"/>
            </a:xfrm>
            <a:prstGeom prst="rect">
              <a:avLst/>
            </a:prstGeom>
          </p:spPr>
        </p:pic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0291683" y="6528187"/>
            <a:ext cx="5359003" cy="1085365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2306233" y="8768262"/>
            <a:ext cx="6836624" cy="709043"/>
            <a:chOff x="2306233" y="8768262"/>
            <a:chExt cx="6836624" cy="709043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06233" y="8768262"/>
              <a:ext cx="6836624" cy="709043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20521" y="1521331"/>
            <a:ext cx="15432153" cy="2490324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007298" y="1322316"/>
            <a:ext cx="4009722" cy="789398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037441" y="8789555"/>
            <a:ext cx="5138474" cy="794817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9644117" y="8752342"/>
            <a:ext cx="6816309" cy="705915"/>
            <a:chOff x="9644117" y="8752342"/>
            <a:chExt cx="6816309" cy="705915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44117" y="8752342"/>
              <a:ext cx="6816309" cy="705915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0132366" y="7503836"/>
            <a:ext cx="97819" cy="97819"/>
            <a:chOff x="10132366" y="7503836"/>
            <a:chExt cx="97819" cy="97819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32366" y="7503836"/>
              <a:ext cx="97819" cy="9781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2638831" y="3704769"/>
            <a:ext cx="6171429" cy="5015046"/>
            <a:chOff x="2638831" y="3704769"/>
            <a:chExt cx="6171429" cy="5015046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38831" y="3704769"/>
              <a:ext cx="6171429" cy="5015046"/>
            </a:xfrm>
            <a:prstGeom prst="rect">
              <a:avLst/>
            </a:prstGeom>
          </p:spPr>
        </p:pic>
      </p:grpSp>
      <p:pic>
        <p:nvPicPr>
          <p:cNvPr id="42" name="Object 4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9424948" y="8792425"/>
            <a:ext cx="5950177" cy="78964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0318349" y="7316759"/>
            <a:ext cx="5464556" cy="1085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73202" y="633373"/>
            <a:ext cx="16739310" cy="35714"/>
            <a:chOff x="773202" y="633373"/>
            <a:chExt cx="16739310" cy="3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202" y="633373"/>
              <a:ext cx="16739310" cy="3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3202" y="659563"/>
            <a:ext cx="956957" cy="1669760"/>
            <a:chOff x="773202" y="659563"/>
            <a:chExt cx="956957" cy="16697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202" y="659563"/>
              <a:ext cx="956957" cy="16697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120403" y="3373479"/>
            <a:ext cx="6630920" cy="5413045"/>
            <a:chOff x="2120403" y="3373479"/>
            <a:chExt cx="6630920" cy="541304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0403" y="3373479"/>
              <a:ext cx="6630920" cy="5413045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26221" y="1453259"/>
            <a:ext cx="1195744" cy="1034868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164650" y="1556417"/>
            <a:ext cx="17724923" cy="2398133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007298" y="1322316"/>
            <a:ext cx="4009722" cy="789398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9291521" y="3373479"/>
            <a:ext cx="6806303" cy="5413045"/>
            <a:chOff x="9291521" y="3373479"/>
            <a:chExt cx="6806303" cy="5413045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91521" y="3373479"/>
              <a:ext cx="6806303" cy="541304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915876" y="3560016"/>
            <a:ext cx="5039972" cy="5039972"/>
            <a:chOff x="2915876" y="3560016"/>
            <a:chExt cx="5039972" cy="5039972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15876" y="3560016"/>
              <a:ext cx="5039972" cy="503997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446369" y="3817159"/>
            <a:ext cx="6518122" cy="3747920"/>
            <a:chOff x="9446369" y="3817159"/>
            <a:chExt cx="6518122" cy="3747920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46369" y="3817159"/>
              <a:ext cx="6518122" cy="3747920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370181" y="7596229"/>
            <a:ext cx="6621019" cy="958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73202" y="633373"/>
            <a:ext cx="16739310" cy="35714"/>
            <a:chOff x="773202" y="633373"/>
            <a:chExt cx="16739310" cy="3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202" y="633373"/>
              <a:ext cx="16739310" cy="3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3202" y="659563"/>
            <a:ext cx="956957" cy="1669760"/>
            <a:chOff x="773202" y="659563"/>
            <a:chExt cx="956957" cy="16697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202" y="659563"/>
              <a:ext cx="956957" cy="16697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967707" y="3546759"/>
            <a:ext cx="14350301" cy="833586"/>
            <a:chOff x="1967707" y="3546759"/>
            <a:chExt cx="14350301" cy="8335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7707" y="3546759"/>
              <a:ext cx="14350301" cy="8335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828638" y="4558619"/>
            <a:ext cx="10628439" cy="1168476"/>
            <a:chOff x="3828638" y="4558619"/>
            <a:chExt cx="10628439" cy="116847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8638" y="4558619"/>
              <a:ext cx="10628439" cy="116847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439786" y="5741654"/>
            <a:ext cx="2777703" cy="725799"/>
            <a:chOff x="2439786" y="5741654"/>
            <a:chExt cx="2777703" cy="72579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9786" y="5741654"/>
              <a:ext cx="2777703" cy="725799"/>
            </a:xfrm>
            <a:prstGeom prst="rect">
              <a:avLst/>
            </a:prstGeom>
          </p:spPr>
        </p:pic>
      </p:grpSp>
      <p:pic>
        <p:nvPicPr>
          <p:cNvPr id="17" name="Object 1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26221" y="1453259"/>
            <a:ext cx="1195744" cy="1034868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35226" y="1521331"/>
            <a:ext cx="14669553" cy="2490324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1231150" y="3320850"/>
            <a:ext cx="16300782" cy="1473182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42432" y="5718499"/>
            <a:ext cx="3914471" cy="951738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7754006" y="5756213"/>
            <a:ext cx="2777703" cy="725799"/>
            <a:chOff x="7754006" y="5756213"/>
            <a:chExt cx="2777703" cy="725799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54006" y="5756213"/>
              <a:ext cx="2777703" cy="725799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552889" y="5685489"/>
            <a:ext cx="4287995" cy="987671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13068225" y="5756213"/>
            <a:ext cx="2777703" cy="725799"/>
            <a:chOff x="13068225" y="5756213"/>
            <a:chExt cx="2777703" cy="725799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68225" y="5756213"/>
              <a:ext cx="2777703" cy="725799"/>
            </a:xfrm>
            <a:prstGeom prst="rect">
              <a:avLst/>
            </a:prstGeom>
          </p:spPr>
        </p:pic>
      </p:grpSp>
      <p:pic>
        <p:nvPicPr>
          <p:cNvPr id="28" name="Object 2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342042" y="5733051"/>
            <a:ext cx="3793719" cy="951738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7151420" y="8681233"/>
            <a:ext cx="89593" cy="89593"/>
            <a:chOff x="7151420" y="8681233"/>
            <a:chExt cx="89593" cy="895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51420" y="8681233"/>
              <a:ext cx="89593" cy="895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295802" y="8501869"/>
            <a:ext cx="3567469" cy="1206631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2088265" y="8492660"/>
            <a:ext cx="78460" cy="78460"/>
            <a:chOff x="2088265" y="8492660"/>
            <a:chExt cx="78460" cy="78460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88265" y="8492660"/>
              <a:ext cx="78460" cy="78460"/>
            </a:xfrm>
            <a:prstGeom prst="rect">
              <a:avLst/>
            </a:prstGeom>
          </p:spPr>
        </p:pic>
      </p:grpSp>
      <p:pic>
        <p:nvPicPr>
          <p:cNvPr id="36" name="Object 3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212670" y="8297775"/>
            <a:ext cx="3534319" cy="1207814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2707181" y="8634869"/>
            <a:ext cx="78460" cy="78460"/>
            <a:chOff x="12707181" y="8634869"/>
            <a:chExt cx="78460" cy="78460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707181" y="8634869"/>
              <a:ext cx="78460" cy="78460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2515187" y="6689153"/>
            <a:ext cx="2588160" cy="1459075"/>
            <a:chOff x="2515187" y="6689153"/>
            <a:chExt cx="2588160" cy="1459075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15187" y="6689153"/>
              <a:ext cx="2588160" cy="1459075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8228293" y="6653044"/>
            <a:ext cx="1829129" cy="1829129"/>
            <a:chOff x="8228293" y="6653044"/>
            <a:chExt cx="1829129" cy="1829129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28293" y="6653044"/>
              <a:ext cx="1829129" cy="1829129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3270195" y="6689153"/>
            <a:ext cx="2373764" cy="1583282"/>
            <a:chOff x="13270195" y="6689153"/>
            <a:chExt cx="2373764" cy="158328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270195" y="6689153"/>
              <a:ext cx="2373764" cy="1583282"/>
            </a:xfrm>
            <a:prstGeom prst="rect">
              <a:avLst/>
            </a:prstGeom>
          </p:spPr>
        </p:pic>
      </p:grpSp>
      <p:pic>
        <p:nvPicPr>
          <p:cNvPr id="49" name="Object 48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2841156" y="8452965"/>
            <a:ext cx="3587205" cy="1497471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7007298" y="1322316"/>
            <a:ext cx="4009722" cy="7893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73202" y="633373"/>
            <a:ext cx="16739310" cy="35714"/>
            <a:chOff x="773202" y="633373"/>
            <a:chExt cx="16739310" cy="3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202" y="633373"/>
              <a:ext cx="16739310" cy="3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3202" y="659563"/>
            <a:ext cx="956957" cy="1669760"/>
            <a:chOff x="773202" y="659563"/>
            <a:chExt cx="956957" cy="16697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202" y="659563"/>
              <a:ext cx="956957" cy="16697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628276" y="3546759"/>
            <a:ext cx="7398111" cy="5413045"/>
            <a:chOff x="1628276" y="3546759"/>
            <a:chExt cx="7398111" cy="541304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8276" y="3546759"/>
              <a:ext cx="7398111" cy="5413045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26221" y="1453259"/>
            <a:ext cx="1214791" cy="1034868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9256559" y="3546759"/>
            <a:ext cx="7398111" cy="5413045"/>
            <a:chOff x="9256559" y="3546759"/>
            <a:chExt cx="7398111" cy="5413045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56559" y="3546759"/>
              <a:ext cx="7398111" cy="541304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796825" y="3757709"/>
            <a:ext cx="3529377" cy="3161338"/>
            <a:chOff x="1796825" y="3757709"/>
            <a:chExt cx="3529377" cy="316133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6825" y="3757709"/>
              <a:ext cx="3529377" cy="3161338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575402" y="3757709"/>
            <a:ext cx="3199416" cy="3199416"/>
            <a:chOff x="5575402" y="3757709"/>
            <a:chExt cx="3199416" cy="3199416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75402" y="3757709"/>
              <a:ext cx="3199416" cy="319941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504383" y="3757709"/>
            <a:ext cx="3199416" cy="3199416"/>
            <a:chOff x="9504383" y="3757709"/>
            <a:chExt cx="3199416" cy="3199416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04383" y="3757709"/>
              <a:ext cx="3199416" cy="3199416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3064649" y="3797461"/>
            <a:ext cx="3121586" cy="3121586"/>
            <a:chOff x="13064649" y="3797461"/>
            <a:chExt cx="3121586" cy="3121586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064649" y="3797461"/>
              <a:ext cx="3121586" cy="3121586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-1317888" y="1556416"/>
            <a:ext cx="17303887" cy="2420154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720638" y="7269010"/>
            <a:ext cx="7158981" cy="1276190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390429" y="7230267"/>
            <a:ext cx="7250629" cy="1276190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007298" y="1322316"/>
            <a:ext cx="4009722" cy="7893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73202" y="633373"/>
            <a:ext cx="16739310" cy="35714"/>
            <a:chOff x="773202" y="633373"/>
            <a:chExt cx="16739310" cy="3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202" y="633373"/>
              <a:ext cx="16739310" cy="3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3202" y="659563"/>
            <a:ext cx="956957" cy="1669760"/>
            <a:chOff x="773202" y="659563"/>
            <a:chExt cx="956957" cy="16697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202" y="659563"/>
              <a:ext cx="956957" cy="16697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304797" y="4070010"/>
            <a:ext cx="13676119" cy="5966207"/>
            <a:chOff x="2304797" y="4070010"/>
            <a:chExt cx="13676119" cy="596620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04797" y="4070010"/>
              <a:ext cx="13676119" cy="5966207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26221" y="1453259"/>
            <a:ext cx="1205268" cy="1034868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915669" y="1556417"/>
            <a:ext cx="16815276" cy="2398133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007298" y="1322316"/>
            <a:ext cx="4009722" cy="789398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672500" y="2780487"/>
            <a:ext cx="3285161" cy="19468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73202" y="633373"/>
            <a:ext cx="16739310" cy="35714"/>
            <a:chOff x="773202" y="633373"/>
            <a:chExt cx="16739310" cy="3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202" y="633373"/>
              <a:ext cx="16739310" cy="3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3202" y="659563"/>
            <a:ext cx="956957" cy="1669760"/>
            <a:chOff x="773202" y="659563"/>
            <a:chExt cx="956957" cy="16697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202" y="659563"/>
              <a:ext cx="956957" cy="16697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444909" y="3398095"/>
            <a:ext cx="5141181" cy="5910020"/>
            <a:chOff x="2444909" y="3398095"/>
            <a:chExt cx="5141181" cy="5910020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4909" y="3398095"/>
              <a:ext cx="5141181" cy="591002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426326" y="8603678"/>
            <a:ext cx="5120012" cy="705915"/>
            <a:chOff x="2426326" y="8603678"/>
            <a:chExt cx="5120012" cy="70591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6326" y="8603678"/>
              <a:ext cx="5120012" cy="70591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7930435" y="3398095"/>
            <a:ext cx="8683123" cy="5910020"/>
            <a:chOff x="7930435" y="3398095"/>
            <a:chExt cx="8683123" cy="591002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30435" y="3398095"/>
              <a:ext cx="8683123" cy="591002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7930435" y="8603678"/>
            <a:ext cx="8683123" cy="705915"/>
            <a:chOff x="7930435" y="8603678"/>
            <a:chExt cx="8683123" cy="70591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30435" y="8603678"/>
              <a:ext cx="8683123" cy="70591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2627847" y="4229731"/>
            <a:ext cx="4775305" cy="3581479"/>
            <a:chOff x="2627847" y="4229731"/>
            <a:chExt cx="4775305" cy="358147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5400000">
              <a:off x="2627847" y="4229731"/>
              <a:ext cx="4775305" cy="3581479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26221" y="1453259"/>
            <a:ext cx="1205268" cy="1034868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915669" y="1556417"/>
            <a:ext cx="16815276" cy="2398133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593852" y="8618243"/>
            <a:ext cx="5747226" cy="794817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30244" y="8636966"/>
            <a:ext cx="5848607" cy="794817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007298" y="1322316"/>
            <a:ext cx="4009722" cy="789398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033126" y="3516876"/>
            <a:ext cx="8723000" cy="49269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490851" y="4194763"/>
            <a:ext cx="19897584" cy="2436587"/>
            <a:chOff x="-490851" y="4194763"/>
            <a:chExt cx="19897584" cy="24365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490851" y="4194763"/>
              <a:ext cx="19897584" cy="243658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3202" y="633373"/>
            <a:ext cx="16739310" cy="35714"/>
            <a:chOff x="773202" y="633373"/>
            <a:chExt cx="16739310" cy="3571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202" y="633373"/>
              <a:ext cx="16739310" cy="3571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73202" y="659563"/>
            <a:ext cx="956957" cy="1669760"/>
            <a:chOff x="773202" y="659563"/>
            <a:chExt cx="956957" cy="1669760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3202" y="659563"/>
              <a:ext cx="956957" cy="1669760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26221" y="1453259"/>
            <a:ext cx="1195744" cy="1034868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10626" y="1520416"/>
            <a:ext cx="15675259" cy="2501155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007298" y="1322316"/>
            <a:ext cx="4009722" cy="789398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3119883" y="3797866"/>
            <a:ext cx="3179587" cy="3179587"/>
            <a:chOff x="3119883" y="3797866"/>
            <a:chExt cx="3179587" cy="3179587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3119883" y="3797866"/>
              <a:ext cx="3179587" cy="3179587"/>
              <a:chOff x="3119883" y="3797866"/>
              <a:chExt cx="3179587" cy="3179587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119883" y="3797866"/>
                <a:ext cx="3179587" cy="3179587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3194697" y="3872680"/>
              <a:ext cx="3029959" cy="3029959"/>
              <a:chOff x="3194697" y="3872680"/>
              <a:chExt cx="3029959" cy="3029959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3194697" y="3872680"/>
                <a:ext cx="3029959" cy="3029959"/>
              </a:xfrm>
              <a:prstGeom prst="rect">
                <a:avLst/>
              </a:prstGeom>
            </p:spPr>
          </p:pic>
        </p:grpSp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052144" y="7307658"/>
            <a:ext cx="3298053" cy="942119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446973" y="7943421"/>
            <a:ext cx="4022507" cy="1397764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7868148" y="3823263"/>
            <a:ext cx="3179587" cy="3179587"/>
            <a:chOff x="7868148" y="3823263"/>
            <a:chExt cx="3179587" cy="3179587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7868148" y="3823263"/>
              <a:ext cx="3179587" cy="3179587"/>
              <a:chOff x="7868148" y="3823263"/>
              <a:chExt cx="3179587" cy="3179587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7868148" y="3823263"/>
                <a:ext cx="3179587" cy="3179587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7942962" y="3898077"/>
              <a:ext cx="3029959" cy="3029959"/>
              <a:chOff x="7942962" y="3898077"/>
              <a:chExt cx="3029959" cy="3029959"/>
            </a:xfrm>
          </p:grpSpPr>
          <p:pic>
            <p:nvPicPr>
              <p:cNvPr id="29" name="Object 28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7942962" y="3898077"/>
                <a:ext cx="3029959" cy="3029959"/>
              </a:xfrm>
              <a:prstGeom prst="rect">
                <a:avLst/>
              </a:prstGeom>
            </p:spPr>
          </p:pic>
        </p:grpSp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430152" y="7315150"/>
            <a:ext cx="2283500" cy="946585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203697" y="7960497"/>
            <a:ext cx="3760069" cy="1397764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2576285" y="3823263"/>
            <a:ext cx="3179587" cy="3179587"/>
            <a:chOff x="12576285" y="3823263"/>
            <a:chExt cx="3179587" cy="3179587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2576285" y="3823263"/>
              <a:ext cx="3179587" cy="3179587"/>
              <a:chOff x="12576285" y="3823263"/>
              <a:chExt cx="3179587" cy="3179587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2576285" y="3823263"/>
                <a:ext cx="3179587" cy="3179587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2651098" y="3898077"/>
              <a:ext cx="3029959" cy="3029959"/>
              <a:chOff x="12651098" y="3898077"/>
              <a:chExt cx="3029959" cy="3029959"/>
            </a:xfrm>
          </p:grpSpPr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2651098" y="3898077"/>
                <a:ext cx="3029959" cy="3029959"/>
              </a:xfrm>
              <a:prstGeom prst="rect">
                <a:avLst/>
              </a:prstGeom>
            </p:spPr>
          </p:pic>
        </p:grpSp>
      </p:grpSp>
      <p:pic>
        <p:nvPicPr>
          <p:cNvPr id="42" name="Object 4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2814662" y="7332226"/>
            <a:ext cx="2740566" cy="946585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3592604" y="4419534"/>
            <a:ext cx="2145149" cy="2145149"/>
            <a:chOff x="3592604" y="4419534"/>
            <a:chExt cx="2145149" cy="2145149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92604" y="4419534"/>
              <a:ext cx="2145149" cy="2145149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8402994" y="4358110"/>
            <a:ext cx="2109894" cy="2109894"/>
            <a:chOff x="8402994" y="4358110"/>
            <a:chExt cx="2109894" cy="2109894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02994" y="4358110"/>
              <a:ext cx="2109894" cy="2109894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2941774" y="4143970"/>
            <a:ext cx="2448608" cy="2489252"/>
            <a:chOff x="12941774" y="4143970"/>
            <a:chExt cx="2448608" cy="2489252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941774" y="4143970"/>
              <a:ext cx="2448608" cy="2489252"/>
            </a:xfrm>
            <a:prstGeom prst="rect">
              <a:avLst/>
            </a:prstGeom>
          </p:spPr>
        </p:pic>
      </p:grpSp>
      <p:pic>
        <p:nvPicPr>
          <p:cNvPr id="52" name="Object 51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2744164" y="7943421"/>
            <a:ext cx="4025764" cy="17814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408" y="1835456"/>
            <a:ext cx="16415014" cy="408929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00645" y="1700359"/>
            <a:ext cx="7950253" cy="134670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73202" y="6961910"/>
            <a:ext cx="16739310" cy="2705117"/>
            <a:chOff x="773202" y="6961910"/>
            <a:chExt cx="16739310" cy="2705117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3202" y="6961910"/>
              <a:ext cx="16739310" cy="270511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4340763" y="2219236"/>
            <a:ext cx="1522418" cy="1522418"/>
            <a:chOff x="14340763" y="2219236"/>
            <a:chExt cx="1522418" cy="1522418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40763" y="2219236"/>
              <a:ext cx="1522418" cy="152241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875919" y="1984187"/>
            <a:ext cx="1553465" cy="1553465"/>
            <a:chOff x="15875919" y="1984187"/>
            <a:chExt cx="1553465" cy="155346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75919" y="1984187"/>
              <a:ext cx="1553465" cy="155346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671618" y="3248970"/>
            <a:ext cx="751837" cy="1379862"/>
            <a:chOff x="15671618" y="3248970"/>
            <a:chExt cx="751837" cy="1379862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71618" y="3248970"/>
              <a:ext cx="751837" cy="137986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5717226" y="4694580"/>
            <a:ext cx="1412457" cy="1412457"/>
            <a:chOff x="15717226" y="4694580"/>
            <a:chExt cx="1412457" cy="1412457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17226" y="4694580"/>
              <a:ext cx="1412457" cy="141245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2076631" y="3349393"/>
            <a:ext cx="749332" cy="1375263"/>
            <a:chOff x="2076631" y="3349393"/>
            <a:chExt cx="749332" cy="1375263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2076631" y="3349393"/>
              <a:ext cx="749332" cy="1375263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100932" y="2325984"/>
            <a:ext cx="1325467" cy="1325467"/>
            <a:chOff x="1100932" y="2325984"/>
            <a:chExt cx="1325467" cy="1325467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0932" y="2325984"/>
              <a:ext cx="1325467" cy="132546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3226281" y="4012064"/>
            <a:ext cx="1489143" cy="1489143"/>
            <a:chOff x="3226281" y="4012064"/>
            <a:chExt cx="1489143" cy="1489143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26281" y="4012064"/>
              <a:ext cx="1489143" cy="1489143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2005697" y="5014822"/>
            <a:ext cx="1182294" cy="1182294"/>
            <a:chOff x="2005697" y="5014822"/>
            <a:chExt cx="1182294" cy="1182294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05697" y="5014822"/>
              <a:ext cx="1182294" cy="118229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3355810" y="1001752"/>
            <a:ext cx="1187595" cy="1187595"/>
            <a:chOff x="3355810" y="1001752"/>
            <a:chExt cx="1187595" cy="1187595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55810" y="1001752"/>
              <a:ext cx="1187595" cy="1187595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5809638" y="8292767"/>
            <a:ext cx="1687367" cy="14286"/>
            <a:chOff x="5809638" y="8292767"/>
            <a:chExt cx="1687367" cy="14286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5400000">
              <a:off x="5809638" y="8292767"/>
              <a:ext cx="1687367" cy="1428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0788709" y="8292767"/>
            <a:ext cx="1687367" cy="14286"/>
            <a:chOff x="10788709" y="8292767"/>
            <a:chExt cx="1687367" cy="14286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5400000">
              <a:off x="10788709" y="8292767"/>
              <a:ext cx="1687367" cy="14286"/>
            </a:xfrm>
            <a:prstGeom prst="rect">
              <a:avLst/>
            </a:prstGeom>
          </p:spPr>
        </p:pic>
      </p:grpSp>
      <p:pic>
        <p:nvPicPr>
          <p:cNvPr id="40" name="Object 3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4011635" y="4452964"/>
            <a:ext cx="978717" cy="724032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733634" y="3090454"/>
            <a:ext cx="978717" cy="724032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873715" y="5325340"/>
            <a:ext cx="978717" cy="724032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2990401" y="1348986"/>
            <a:ext cx="978717" cy="724032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233049" y="7686915"/>
            <a:ext cx="3322836" cy="719255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636124" y="8224905"/>
            <a:ext cx="4875950" cy="653569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2318191" y="7482029"/>
            <a:ext cx="2944178" cy="724759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616334" y="7853477"/>
            <a:ext cx="5889121" cy="1338388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2733124" y="7734401"/>
            <a:ext cx="2884531" cy="678064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1174103" y="8230277"/>
            <a:ext cx="5448607" cy="646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2023-12-15T05:17:06Z</dcterms:created>
  <dcterms:modified xsi:type="dcterms:W3CDTF">2023-12-15T05:17:06Z</dcterms:modified>
</cp:coreProperties>
</file>